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66" r:id="rId3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>
        <p:scale>
          <a:sx n="110" d="100"/>
          <a:sy n="110" d="100"/>
        </p:scale>
        <p:origin x="2032" y="-2608"/>
      </p:cViewPr>
      <p:guideLst>
        <p:guide orient="horz" pos="3366"/>
        <p:guide pos="23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presProps" Target="presProps.xml"  /><Relationship Id="rId5" Type="http://schemas.openxmlformats.org/officeDocument/2006/relationships/viewProps" Target="viewProps.xml"  /><Relationship Id="rId6" Type="http://schemas.openxmlformats.org/officeDocument/2006/relationships/theme" Target="theme/theme1.xml"  /><Relationship Id="rId7" Type="http://schemas.openxmlformats.org/officeDocument/2006/relationships/tableStyles" Target="tableStyle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738190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Select="1"/>
          </p:cNvSpPr>
          <p:nvPr/>
        </p:nvSpPr>
        <p:spPr>
          <a:xfrm>
            <a:off x="0" y="914400"/>
            <a:ext cx="7562088" cy="10973"/>
          </a:xfrm>
          <a:prstGeom prst="rect">
            <a:avLst/>
          </a:prstGeom>
          <a:solidFill>
            <a:srgbClr val="eef0f7"/>
          </a:solidFill>
          <a:ln/>
        </p:spPr>
      </p:sp>
      <p:sp>
        <p:nvSpPr>
          <p:cNvPr id="3" name="Shape 1"/>
          <p:cNvSpPr>
            <a:spLocks noSelect="1"/>
          </p:cNvSpPr>
          <p:nvPr/>
        </p:nvSpPr>
        <p:spPr>
          <a:xfrm>
            <a:off x="576072" y="45720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12183f"/>
          </a:solidFill>
          <a:ln/>
        </p:spPr>
      </p:sp>
      <p:sp>
        <p:nvSpPr>
          <p:cNvPr id="4" name="Text 2"/>
          <p:cNvSpPr>
            <a:spLocks noSelect="1"/>
          </p:cNvSpPr>
          <p:nvPr/>
        </p:nvSpPr>
        <p:spPr>
          <a:xfrm>
            <a:off x="576072" y="45720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Kit 08</a:t>
            </a:r>
            <a:endParaRPr lang="en-US" sz="1000"/>
          </a:p>
        </p:txBody>
      </p:sp>
      <p:sp>
        <p:nvSpPr>
          <p:cNvPr id="5" name="Text 3"/>
          <p:cNvSpPr>
            <a:spLocks noSelect="1"/>
          </p:cNvSpPr>
          <p:nvPr/>
        </p:nvSpPr>
        <p:spPr>
          <a:xfrm>
            <a:off x="1399032" y="4572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>
                <a:solidFill>
                  <a:srgbClr val="12183f"/>
                </a:solidFill>
                <a:latin typeface="맑은 고딕"/>
                <a:ea typeface="맑은 고딕"/>
                <a:cs typeface="맑은 고딕"/>
              </a:rPr>
              <a:t>학원 온라인 콘텐츠 브리프</a:t>
            </a:r>
            <a:endParaRPr lang="en-US" sz="1100"/>
          </a:p>
        </p:txBody>
      </p:sp>
      <p:sp>
        <p:nvSpPr>
          <p:cNvPr id="6" name="Text 4"/>
          <p:cNvSpPr>
            <a:spLocks noSelect="1"/>
          </p:cNvSpPr>
          <p:nvPr/>
        </p:nvSpPr>
        <p:spPr>
          <a:xfrm>
            <a:off x="4242816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r">
              <a:buNone/>
              <a:defRPr/>
            </a:pPr>
            <a:r>
              <a:rPr lang="en-US" sz="900" b="1" kern="0" spc="100">
                <a:solidFill>
                  <a:srgbClr val="7b8096"/>
                </a:solidFill>
                <a:latin typeface="맑은 고딕"/>
                <a:ea typeface="맑은 고딕"/>
                <a:cs typeface="맑은 고딕"/>
              </a:rPr>
              <a:t>★ ONE-PAGE</a:t>
            </a:r>
            <a:endParaRPr lang="en-US" sz="900"/>
          </a:p>
        </p:txBody>
      </p:sp>
      <p:sp>
        <p:nvSpPr>
          <p:cNvPr id="7" name="Shape 5"/>
          <p:cNvSpPr>
            <a:spLocks noSelect="1"/>
          </p:cNvSpPr>
          <p:nvPr/>
        </p:nvSpPr>
        <p:spPr>
          <a:xfrm>
            <a:off x="576072" y="1051559"/>
            <a:ext cx="6409944" cy="1068017"/>
          </a:xfrm>
          <a:prstGeom prst="roundRect">
            <a:avLst>
              <a:gd name="adj" fmla="val 8000"/>
            </a:avLst>
          </a:prstGeom>
          <a:solidFill>
            <a:srgbClr val="ff3d68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>
            <a:spLocks noSelect="1"/>
          </p:cNvSpPr>
          <p:nvPr/>
        </p:nvSpPr>
        <p:spPr>
          <a:xfrm>
            <a:off x="896112" y="1188720"/>
            <a:ext cx="5769864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15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★ 실전용</a:t>
            </a:r>
            <a:endParaRPr lang="en-US" sz="1000"/>
          </a:p>
        </p:txBody>
      </p:sp>
      <p:sp>
        <p:nvSpPr>
          <p:cNvPr id="9" name="Text 7"/>
          <p:cNvSpPr>
            <a:spLocks noSelect="1"/>
          </p:cNvSpPr>
          <p:nvPr/>
        </p:nvSpPr>
        <p:spPr>
          <a:xfrm>
            <a:off x="896112" y="1444752"/>
            <a:ext cx="5769864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 장 완성 브리프</a:t>
            </a:r>
            <a:endParaRPr lang="en-US" sz="1700"/>
          </a:p>
        </p:txBody>
      </p:sp>
      <p:sp>
        <p:nvSpPr>
          <p:cNvPr id="10" name="Text 8"/>
          <p:cNvSpPr>
            <a:spLocks noSelect="1"/>
          </p:cNvSpPr>
          <p:nvPr/>
        </p:nvSpPr>
        <p:spPr>
          <a:xfrm>
            <a:off x="896112" y="1737135"/>
            <a:ext cx="5769864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96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 페이지만 복사해서 실무자에게 전달하세요</a:t>
            </a:r>
            <a:endParaRPr lang="en-US" sz="960"/>
          </a:p>
        </p:txBody>
      </p:sp>
      <p:sp>
        <p:nvSpPr>
          <p:cNvPr id="11" name="Shape 9"/>
          <p:cNvSpPr>
            <a:spLocks noSelect="1"/>
          </p:cNvSpPr>
          <p:nvPr/>
        </p:nvSpPr>
        <p:spPr>
          <a:xfrm>
            <a:off x="576452" y="2335317"/>
            <a:ext cx="6409944" cy="5092758"/>
          </a:xfrm>
          <a:prstGeom prst="roundRect">
            <a:avLst>
              <a:gd name="adj" fmla="val 856"/>
            </a:avLst>
          </a:prstGeom>
          <a:solidFill>
            <a:srgbClr val="f7f8fc"/>
          </a:solidFill>
          <a:ln w="12700">
            <a:solidFill>
              <a:srgbClr val="d8dcea"/>
            </a:solidFill>
            <a:prstDash val="solid"/>
          </a:ln>
        </p:spPr>
      </p:sp>
      <p:grpSp>
        <p:nvGrpSpPr>
          <p:cNvPr id="59" name=""/>
          <p:cNvGrpSpPr>
            <a:grpSpLocks noSelect="1"/>
          </p:cNvGrpSpPr>
          <p:nvPr/>
        </p:nvGrpSpPr>
        <p:grpSpPr>
          <a:xfrm rot="0">
            <a:off x="807368" y="4132510"/>
            <a:ext cx="4352544" cy="659559"/>
            <a:chOff x="754540" y="4052541"/>
            <a:chExt cx="4352544" cy="659559"/>
          </a:xfrm>
        </p:grpSpPr>
        <p:sp>
          <p:nvSpPr>
            <p:cNvPr id="18" name="Text 16"/>
            <p:cNvSpPr>
              <a:spLocks noSelect="1"/>
            </p:cNvSpPr>
            <p:nvPr/>
          </p:nvSpPr>
          <p:spPr>
            <a:xfrm>
              <a:off x="754540" y="4052541"/>
              <a:ext cx="1554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en-US" altLang="ko-KR" sz="960" b="1">
                  <a:solidFill>
                    <a:srgbClr val="12183f"/>
                  </a:solidFill>
                  <a:latin typeface="맑은 고딕"/>
                  <a:ea typeface="맑은 고딕"/>
                  <a:cs typeface="맑은 고딕"/>
                </a:rPr>
                <a:t>3.</a:t>
              </a:r>
              <a:r>
                <a:rPr lang="ko-KR" altLang="en-US" sz="960" b="1">
                  <a:solidFill>
                    <a:srgbClr val="12183f"/>
                  </a:solidFill>
                  <a:latin typeface="맑은 고딕"/>
                  <a:ea typeface="맑은 고딕"/>
                  <a:cs typeface="맑은 고딕"/>
                </a:rPr>
                <a:t> </a:t>
              </a:r>
              <a:r>
                <a:rPr lang="en-US" sz="960" b="1">
                  <a:solidFill>
                    <a:srgbClr val="12183f"/>
                  </a:solidFill>
                  <a:latin typeface="맑은 고딕"/>
                  <a:ea typeface="맑은 고딕"/>
                  <a:cs typeface="맑은 고딕"/>
                </a:rPr>
                <a:t>타겟 독자</a:t>
              </a:r>
              <a:endParaRPr lang="en-US" sz="960" b="1">
                <a:solidFill>
                  <a:srgbClr val="12183f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754540" y="4346341"/>
              <a:ext cx="4352544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en-US" sz="930">
                  <a:solidFill>
                    <a:srgbClr val="3a4058"/>
                  </a:solidFill>
                  <a:latin typeface="맑은 고딕"/>
                  <a:ea typeface="맑은 고딕"/>
                  <a:cs typeface="맑은 고딕"/>
                </a:rPr>
                <a:t>☐예비학부모 ☐기존학부모 ☐초등 ☐중등 ☐고등 ☐</a:t>
              </a:r>
              <a:r>
                <a:rPr lang="ko-KR" altLang="en-US" sz="930">
                  <a:solidFill>
                    <a:srgbClr val="3a4058"/>
                  </a:solidFill>
                  <a:latin typeface="맑은 고딕"/>
                  <a:ea typeface="맑은 고딕"/>
                  <a:cs typeface="맑은 고딕"/>
                </a:rPr>
                <a:t>기타</a:t>
              </a:r>
              <a:endParaRPr lang="ko-KR" altLang="en-US" sz="930">
                <a:solidFill>
                  <a:srgbClr val="3a4058"/>
                </a:solidFill>
                <a:latin typeface="맑은 고딕"/>
                <a:ea typeface="맑은 고딕"/>
                <a:cs typeface="맑은 고딕"/>
              </a:endParaRPr>
            </a:p>
          </p:txBody>
        </p:sp>
      </p:grpSp>
      <p:sp>
        <p:nvSpPr>
          <p:cNvPr id="24" name="Text 22"/>
          <p:cNvSpPr>
            <a:spLocks noSelect="1"/>
          </p:cNvSpPr>
          <p:nvPr/>
        </p:nvSpPr>
        <p:spPr>
          <a:xfrm>
            <a:off x="804672" y="6950539"/>
            <a:ext cx="3679288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960" b="1">
                <a:solidFill>
                  <a:srgbClr val="12183f"/>
                </a:solidFill>
                <a:latin typeface="맑은 고딕"/>
                <a:ea typeface="맑은 고딕"/>
                <a:cs typeface="맑은 고딕"/>
              </a:rPr>
              <a:t>6.</a:t>
            </a:r>
            <a:r>
              <a:rPr lang="ko-KR" altLang="en-US" sz="960" b="1">
                <a:solidFill>
                  <a:srgbClr val="12183f"/>
                </a:solidFill>
                <a:latin typeface="맑은 고딕"/>
                <a:ea typeface="맑은 고딕"/>
                <a:cs typeface="맑은 고딕"/>
              </a:rPr>
              <a:t> 사용할 사진을 함께 보내주세요.</a:t>
            </a:r>
            <a:endParaRPr lang="ko-KR" altLang="en-US" sz="960" b="1">
              <a:solidFill>
                <a:srgbClr val="12183f"/>
              </a:solidFill>
              <a:latin typeface="맑은 고딕"/>
              <a:ea typeface="맑은 고딕"/>
              <a:cs typeface="맑은 고딕"/>
            </a:endParaRPr>
          </a:p>
        </p:txBody>
      </p:sp>
      <p:grpSp>
        <p:nvGrpSpPr>
          <p:cNvPr id="60" name=""/>
          <p:cNvGrpSpPr>
            <a:grpSpLocks noSelect="1"/>
          </p:cNvGrpSpPr>
          <p:nvPr/>
        </p:nvGrpSpPr>
        <p:grpSpPr>
          <a:xfrm rot="0">
            <a:off x="807368" y="4983054"/>
            <a:ext cx="5952744" cy="688135"/>
            <a:chOff x="754540" y="4849690"/>
            <a:chExt cx="5952744" cy="688135"/>
          </a:xfrm>
        </p:grpSpPr>
        <p:sp>
          <p:nvSpPr>
            <p:cNvPr id="21" name="Text 19"/>
            <p:cNvSpPr>
              <a:spLocks noSelect="1"/>
            </p:cNvSpPr>
            <p:nvPr/>
          </p:nvSpPr>
          <p:spPr>
            <a:xfrm>
              <a:off x="754540" y="4849690"/>
              <a:ext cx="2577164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en-US" altLang="ko-KR" sz="960" b="1">
                  <a:solidFill>
                    <a:srgbClr val="12183f"/>
                  </a:solidFill>
                  <a:latin typeface="맑은 고딕"/>
                  <a:ea typeface="맑은 고딕"/>
                  <a:cs typeface="맑은 고딕"/>
                </a:rPr>
                <a:t>4.</a:t>
              </a:r>
              <a:r>
                <a:rPr lang="ko-KR" altLang="en-US" sz="960" b="1">
                  <a:solidFill>
                    <a:srgbClr val="12183f"/>
                  </a:solidFill>
                  <a:latin typeface="맑은 고딕"/>
                  <a:ea typeface="맑은 고딕"/>
                  <a:cs typeface="맑은 고딕"/>
                </a:rPr>
                <a:t> </a:t>
              </a:r>
              <a:r>
                <a:rPr lang="en-US" sz="960" b="1">
                  <a:solidFill>
                    <a:srgbClr val="12183f"/>
                  </a:solidFill>
                  <a:latin typeface="맑은 고딕"/>
                  <a:ea typeface="맑은 고딕"/>
                  <a:cs typeface="맑은 고딕"/>
                </a:rPr>
                <a:t>이 글에서 가장 전하고 싶은 </a:t>
              </a:r>
              <a:r>
                <a:rPr lang="ko-KR" altLang="en-US" sz="960" b="1">
                  <a:solidFill>
                    <a:srgbClr val="12183f"/>
                  </a:solidFill>
                  <a:latin typeface="맑은 고딕"/>
                  <a:ea typeface="맑은 고딕"/>
                  <a:cs typeface="맑은 고딕"/>
                </a:rPr>
                <a:t>핵심 메시지</a:t>
              </a:r>
              <a:endParaRPr lang="ko-KR" altLang="en-US" sz="960" b="1">
                <a:solidFill>
                  <a:srgbClr val="12183f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754540" y="5172065"/>
              <a:ext cx="5952744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en-US" sz="930">
                  <a:solidFill>
                    <a:srgbClr val="3a4058"/>
                  </a:solidFill>
                  <a:latin typeface="맑은 고딕"/>
                  <a:ea typeface="맑은 고딕"/>
                  <a:cs typeface="맑은 고딕"/>
                </a:rPr>
                <a:t>_____________________________________________________________________________________________________________________</a:t>
              </a:r>
              <a:endParaRPr lang="ko-KR" altLang="en-US" sz="930">
                <a:solidFill>
                  <a:srgbClr val="3a4058"/>
                </a:solidFill>
                <a:latin typeface="맑은 고딕"/>
                <a:ea typeface="맑은 고딕"/>
                <a:cs typeface="맑은 고딕"/>
              </a:endParaRPr>
            </a:p>
          </p:txBody>
        </p:sp>
      </p:grpSp>
      <p:sp>
        <p:nvSpPr>
          <p:cNvPr id="26" name="Shape 24"/>
          <p:cNvSpPr>
            <a:spLocks noSelect="1"/>
          </p:cNvSpPr>
          <p:nvPr/>
        </p:nvSpPr>
        <p:spPr>
          <a:xfrm>
            <a:off x="805052" y="6818914"/>
            <a:ext cx="5952744" cy="7315"/>
          </a:xfrm>
          <a:prstGeom prst="rect">
            <a:avLst/>
          </a:prstGeom>
          <a:solidFill>
            <a:srgbClr val="eef0f7"/>
          </a:solidFill>
          <a:ln/>
        </p:spPr>
      </p:sp>
      <p:grpSp>
        <p:nvGrpSpPr>
          <p:cNvPr id="61" name=""/>
          <p:cNvGrpSpPr>
            <a:grpSpLocks noSelect="1"/>
          </p:cNvGrpSpPr>
          <p:nvPr/>
        </p:nvGrpSpPr>
        <p:grpSpPr>
          <a:xfrm rot="0">
            <a:off x="807368" y="5795499"/>
            <a:ext cx="5911435" cy="840535"/>
            <a:chOff x="754540" y="5723039"/>
            <a:chExt cx="5911435" cy="840535"/>
          </a:xfrm>
        </p:grpSpPr>
        <p:sp>
          <p:nvSpPr>
            <p:cNvPr id="27" name="Text 25"/>
            <p:cNvSpPr>
              <a:spLocks noSelect="1"/>
            </p:cNvSpPr>
            <p:nvPr/>
          </p:nvSpPr>
          <p:spPr>
            <a:xfrm>
              <a:off x="754540" y="5723039"/>
              <a:ext cx="2865999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en-US" altLang="ko-KR" sz="960" b="1">
                  <a:solidFill>
                    <a:srgbClr val="12183f"/>
                  </a:solidFill>
                  <a:latin typeface="맑은 고딕"/>
                  <a:ea typeface="맑은 고딕"/>
                  <a:cs typeface="맑은 고딕"/>
                </a:rPr>
                <a:t>5</a:t>
              </a:r>
              <a:r>
                <a:rPr lang="ko-KR" altLang="en-US" sz="960" b="1">
                  <a:solidFill>
                    <a:srgbClr val="12183f"/>
                  </a:solidFill>
                  <a:latin typeface="맑은 고딕"/>
                  <a:ea typeface="맑은 고딕"/>
                  <a:cs typeface="맑은 고딕"/>
                </a:rPr>
                <a:t> 요청사항이 있다면 적어주세요.</a:t>
              </a:r>
              <a:endParaRPr lang="ko-KR" altLang="en-US" sz="960" b="1">
                <a:solidFill>
                  <a:srgbClr val="12183f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37" name="Text 35"/>
            <p:cNvSpPr/>
            <p:nvPr/>
          </p:nvSpPr>
          <p:spPr>
            <a:xfrm>
              <a:off x="754540" y="6197814"/>
              <a:ext cx="5911435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lnSpc>
                  <a:spcPct val="160000"/>
                </a:lnSpc>
                <a:buNone/>
                <a:defRPr/>
              </a:pPr>
              <a:r>
                <a:rPr lang="ko-KR" altLang="en-US" sz="930">
                  <a:solidFill>
                    <a:srgbClr val="3a4058"/>
                  </a:solidFill>
                  <a:latin typeface="맑은 고딕"/>
                  <a:ea typeface="맑은 고딕"/>
                  <a:cs typeface="맑은 고딕"/>
                </a:rPr>
                <a:t>예) □ 따뜻한 말투 □ 원장님이 직접 말하는 느낌 □ 학부모 공감 위주 □ 전문적인 분위기 </a:t>
              </a:r>
              <a:endParaRPr lang="ko-KR" altLang="en-US" sz="930">
                <a:solidFill>
                  <a:srgbClr val="3a4058"/>
                </a:solidFill>
                <a:latin typeface="맑은 고딕"/>
                <a:ea typeface="맑은 고딕"/>
                <a:cs typeface="맑은 고딕"/>
              </a:endParaRPr>
            </a:p>
            <a:p>
              <a:pPr marL="0" lvl="0" indent="0">
                <a:lnSpc>
                  <a:spcPct val="160000"/>
                </a:lnSpc>
                <a:buNone/>
                <a:defRPr/>
              </a:pPr>
              <a:r>
                <a:rPr lang="en-US" sz="930">
                  <a:solidFill>
                    <a:srgbClr val="3a4058"/>
                  </a:solidFill>
                  <a:latin typeface="맑은 고딕"/>
                  <a:ea typeface="맑은 고딕"/>
                  <a:cs typeface="맑은 고딕"/>
                </a:rPr>
                <a:t>☐상담문의 ☐체험신청 ☐설명회신청 ☐댓글 ☐공유</a:t>
              </a:r>
              <a:endParaRPr lang="en-US" sz="930">
                <a:solidFill>
                  <a:srgbClr val="3a4058"/>
                </a:solidFill>
                <a:latin typeface="맑은 고딕"/>
                <a:ea typeface="맑은 고딕"/>
                <a:cs typeface="맑은 고딕"/>
              </a:endParaRPr>
            </a:p>
            <a:p>
              <a:pPr marL="0" lvl="0" indent="0">
                <a:lnSpc>
                  <a:spcPct val="160000"/>
                </a:lnSpc>
                <a:buNone/>
                <a:defRPr/>
              </a:pPr>
              <a:r>
                <a:rPr lang="en-US" altLang="ko-KR" sz="930">
                  <a:solidFill>
                    <a:srgbClr val="3a4058"/>
                  </a:solidFill>
                  <a:latin typeface="맑은 고딕"/>
                  <a:ea typeface="맑은 고딕"/>
                  <a:cs typeface="맑은 고딕"/>
                </a:rPr>
                <a:t>□기타 ___________________________________________________________</a:t>
              </a:r>
              <a:endParaRPr lang="ko-KR" altLang="en-US" sz="930">
                <a:solidFill>
                  <a:srgbClr val="3a4058"/>
                </a:solidFill>
                <a:latin typeface="맑은 고딕"/>
                <a:ea typeface="맑은 고딕"/>
                <a:cs typeface="맑은 고딕"/>
              </a:endParaRPr>
            </a:p>
          </p:txBody>
        </p:sp>
      </p:grpSp>
      <p:sp>
        <p:nvSpPr>
          <p:cNvPr id="45" name="Shape 43"/>
          <p:cNvSpPr>
            <a:spLocks noSelect="1"/>
          </p:cNvSpPr>
          <p:nvPr/>
        </p:nvSpPr>
        <p:spPr>
          <a:xfrm>
            <a:off x="576072" y="7653384"/>
            <a:ext cx="6409944" cy="566928"/>
          </a:xfrm>
          <a:prstGeom prst="roundRect">
            <a:avLst>
              <a:gd name="adj" fmla="val 6452"/>
            </a:avLst>
          </a:prstGeom>
          <a:solidFill>
            <a:srgbClr val="eef6ff"/>
          </a:solidFill>
          <a:ln/>
        </p:spPr>
      </p:sp>
      <p:sp>
        <p:nvSpPr>
          <p:cNvPr id="46" name="Shape 44"/>
          <p:cNvSpPr>
            <a:spLocks noSelect="1"/>
          </p:cNvSpPr>
          <p:nvPr/>
        </p:nvSpPr>
        <p:spPr>
          <a:xfrm>
            <a:off x="576072" y="7653384"/>
            <a:ext cx="45720" cy="56692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7" name="Text 45"/>
          <p:cNvSpPr>
            <a:spLocks noSelect="1"/>
          </p:cNvSpPr>
          <p:nvPr/>
        </p:nvSpPr>
        <p:spPr>
          <a:xfrm>
            <a:off x="804672" y="7653384"/>
            <a:ext cx="5952744" cy="5669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lnSpc>
                <a:spcPts val="1400"/>
              </a:lnSpc>
              <a:buNone/>
              <a:defRPr/>
            </a:pPr>
            <a:r>
              <a:rPr lang="ko-KR" altLang="en-US" sz="939">
                <a:solidFill>
                  <a:schemeClr val="tx1"/>
                </a:solidFill>
                <a:latin typeface="맑은 고딕"/>
                <a:ea typeface="맑은 고딕"/>
                <a:cs typeface="맑은 고딕"/>
              </a:rPr>
              <a:t>이번에 만들고 싶은 콘텐츠에 대해 위 항목만 간단히 체크하거나 작성해 주세요. 자세하게 쓰실 필요 없습니다. 핵심만 적어주시면 AI가 블로그 글을 완성합니다.</a:t>
            </a:r>
            <a:endParaRPr lang="ko-KR" altLang="en-US" sz="939">
              <a:solidFill>
                <a:schemeClr val="tx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8" name="Shape 46"/>
          <p:cNvSpPr>
            <a:spLocks noSelect="1"/>
          </p:cNvSpPr>
          <p:nvPr/>
        </p:nvSpPr>
        <p:spPr>
          <a:xfrm>
            <a:off x="576072" y="10122408"/>
            <a:ext cx="6409944" cy="10973"/>
          </a:xfrm>
          <a:prstGeom prst="rect">
            <a:avLst/>
          </a:prstGeom>
          <a:solidFill>
            <a:srgbClr val="eef0f7"/>
          </a:solidFill>
          <a:ln/>
        </p:spPr>
      </p:sp>
      <p:sp>
        <p:nvSpPr>
          <p:cNvPr id="49" name="Text 47"/>
          <p:cNvSpPr>
            <a:spLocks noSelect="1"/>
          </p:cNvSpPr>
          <p:nvPr/>
        </p:nvSpPr>
        <p:spPr>
          <a:xfrm>
            <a:off x="576072" y="10186416"/>
            <a:ext cx="5861304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820">
                <a:solidFill>
                  <a:srgbClr val="7b8096"/>
                </a:solidFill>
                <a:latin typeface="맑은 고딕"/>
                <a:ea typeface="맑은 고딕"/>
                <a:cs typeface="맑은 고딕"/>
              </a:rPr>
              <a:t>홈페이지형 블로그 마스터 과정 | Kit 08. 학원 온라인 콘텐츠 브리프</a:t>
            </a:r>
            <a:endParaRPr lang="en-US" sz="820"/>
          </a:p>
        </p:txBody>
      </p:sp>
      <p:sp>
        <p:nvSpPr>
          <p:cNvPr id="50" name="Text 48"/>
          <p:cNvSpPr>
            <a:spLocks noSelect="1"/>
          </p:cNvSpPr>
          <p:nvPr/>
        </p:nvSpPr>
        <p:spPr>
          <a:xfrm>
            <a:off x="6437376" y="101864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r">
              <a:buNone/>
              <a:defRPr/>
            </a:pPr>
            <a:r>
              <a:rPr lang="en-US" sz="820" b="1">
                <a:solidFill>
                  <a:srgbClr val="7b8096"/>
                </a:solidFill>
                <a:latin typeface="맑은 고딕"/>
                <a:ea typeface="맑은 고딕"/>
                <a:cs typeface="맑은 고딕"/>
              </a:rPr>
              <a:t>10</a:t>
            </a:r>
            <a:endParaRPr lang="en-US" sz="820"/>
          </a:p>
        </p:txBody>
      </p:sp>
      <p:grpSp>
        <p:nvGrpSpPr>
          <p:cNvPr id="56" name=""/>
          <p:cNvGrpSpPr>
            <a:grpSpLocks noSelect="1"/>
          </p:cNvGrpSpPr>
          <p:nvPr/>
        </p:nvGrpSpPr>
        <p:grpSpPr>
          <a:xfrm rot="0">
            <a:off x="807368" y="2476684"/>
            <a:ext cx="5905998" cy="647325"/>
            <a:chOff x="754540" y="2476684"/>
            <a:chExt cx="5905998" cy="647325"/>
          </a:xfrm>
        </p:grpSpPr>
        <p:sp>
          <p:nvSpPr>
            <p:cNvPr id="12" name="Text 10"/>
            <p:cNvSpPr>
              <a:spLocks noSelect="1"/>
            </p:cNvSpPr>
            <p:nvPr/>
          </p:nvSpPr>
          <p:spPr>
            <a:xfrm>
              <a:off x="754540" y="2476684"/>
              <a:ext cx="1950133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en-US" altLang="ko-KR" sz="960" b="1">
                  <a:solidFill>
                    <a:srgbClr val="12183f"/>
                  </a:solidFill>
                  <a:latin typeface="맑은 고딕"/>
                  <a:ea typeface="맑은 고딕"/>
                  <a:cs typeface="맑은 고딕"/>
                </a:rPr>
                <a:t>1.</a:t>
              </a:r>
              <a:r>
                <a:rPr lang="ko-KR" altLang="en-US" sz="960" b="1">
                  <a:solidFill>
                    <a:srgbClr val="12183f"/>
                  </a:solidFill>
                  <a:latin typeface="맑은 고딕"/>
                  <a:ea typeface="맑은 고딕"/>
                  <a:cs typeface="맑은 고딕"/>
                </a:rPr>
                <a:t> </a:t>
              </a:r>
              <a:r>
                <a:rPr lang="en-US" sz="960" b="1">
                  <a:solidFill>
                    <a:srgbClr val="12183f"/>
                  </a:solidFill>
                  <a:latin typeface="맑은 고딕"/>
                  <a:ea typeface="맑은 고딕"/>
                  <a:cs typeface="맑은 고딕"/>
                </a:rPr>
                <a:t>어떤 글을 만들고 싶으신가요?</a:t>
              </a:r>
              <a:endParaRPr lang="en-US" sz="960" b="1">
                <a:solidFill>
                  <a:srgbClr val="12183f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51" name="Text 14"/>
            <p:cNvSpPr>
              <a:spLocks noSelect="1"/>
            </p:cNvSpPr>
            <p:nvPr/>
          </p:nvSpPr>
          <p:spPr>
            <a:xfrm>
              <a:off x="754540" y="2758249"/>
              <a:ext cx="590599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lnSpc>
                  <a:spcPct val="120000"/>
                </a:lnSpc>
                <a:buNone/>
                <a:defRPr/>
              </a:pPr>
              <a:r>
                <a:rPr lang="en-US" altLang="ko-KR" sz="930">
                  <a:solidFill>
                    <a:srgbClr val="3a4058"/>
                  </a:solidFill>
                  <a:latin typeface="맑은 고딕"/>
                  <a:ea typeface="맑은 고딕"/>
                  <a:cs typeface="맑은 고딕"/>
                </a:rPr>
                <a:t>□교육 프로그램 □학생 성장 사례 □학부모 후기 □설명회 모집 □공지사항</a:t>
              </a:r>
              <a:r>
                <a:rPr lang="ko-KR" altLang="en-US" sz="930">
                  <a:solidFill>
                    <a:srgbClr val="3a4058"/>
                  </a:solidFill>
                  <a:latin typeface="맑은 고딕"/>
                  <a:ea typeface="맑은 고딕"/>
                  <a:cs typeface="맑은 고딕"/>
                </a:rPr>
                <a:t> </a:t>
              </a:r>
              <a:r>
                <a:rPr lang="en-US" altLang="ko-KR" sz="930">
                  <a:solidFill>
                    <a:srgbClr val="3a4058"/>
                  </a:solidFill>
                  <a:latin typeface="맑은 고딕"/>
                  <a:ea typeface="맑은 고딕"/>
                  <a:cs typeface="맑은 고딕"/>
                </a:rPr>
                <a:t>□기타 _________________</a:t>
              </a:r>
              <a:endParaRPr lang="en-US" altLang="ko-KR" sz="930">
                <a:solidFill>
                  <a:srgbClr val="3a4058"/>
                </a:solidFill>
                <a:latin typeface="맑은 고딕"/>
                <a:ea typeface="맑은 고딕"/>
                <a:cs typeface="맑은 고딕"/>
              </a:endParaRPr>
            </a:p>
          </p:txBody>
        </p:sp>
      </p:grpSp>
      <p:sp>
        <p:nvSpPr>
          <p:cNvPr id="54" name="Shape 24"/>
          <p:cNvSpPr>
            <a:spLocks noSelect="1"/>
          </p:cNvSpPr>
          <p:nvPr/>
        </p:nvSpPr>
        <p:spPr>
          <a:xfrm>
            <a:off x="807368" y="4033360"/>
            <a:ext cx="5952744" cy="7315"/>
          </a:xfrm>
          <a:prstGeom prst="rect">
            <a:avLst/>
          </a:prstGeom>
          <a:solidFill>
            <a:srgbClr val="eef0f7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55" name="Shape 24"/>
          <p:cNvSpPr>
            <a:spLocks noSelect="1"/>
          </p:cNvSpPr>
          <p:nvPr/>
        </p:nvSpPr>
        <p:spPr>
          <a:xfrm>
            <a:off x="807368" y="3215844"/>
            <a:ext cx="5952744" cy="7315"/>
          </a:xfrm>
          <a:prstGeom prst="rect">
            <a:avLst/>
          </a:prstGeom>
          <a:solidFill>
            <a:srgbClr val="eef0f7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grpSp>
        <p:nvGrpSpPr>
          <p:cNvPr id="58" name=""/>
          <p:cNvGrpSpPr>
            <a:grpSpLocks noSelect="1"/>
          </p:cNvGrpSpPr>
          <p:nvPr/>
        </p:nvGrpSpPr>
        <p:grpSpPr>
          <a:xfrm rot="0">
            <a:off x="807368" y="3314995"/>
            <a:ext cx="6309492" cy="683680"/>
            <a:chOff x="750218" y="3350033"/>
            <a:chExt cx="6309492" cy="683680"/>
          </a:xfrm>
        </p:grpSpPr>
        <p:grpSp>
          <p:nvGrpSpPr>
            <p:cNvPr id="53" name=""/>
            <p:cNvGrpSpPr/>
            <p:nvPr/>
          </p:nvGrpSpPr>
          <p:grpSpPr>
            <a:xfrm rot="0">
              <a:off x="750218" y="3350033"/>
              <a:ext cx="6309492" cy="374419"/>
              <a:chOff x="800349" y="3202870"/>
              <a:chExt cx="6309492" cy="374419"/>
            </a:xfrm>
          </p:grpSpPr>
          <p:sp>
            <p:nvSpPr>
              <p:cNvPr id="15" name="Text 13"/>
              <p:cNvSpPr>
                <a:spLocks noSelect="1"/>
              </p:cNvSpPr>
              <p:nvPr/>
            </p:nvSpPr>
            <p:spPr>
              <a:xfrm>
                <a:off x="800349" y="3202870"/>
                <a:ext cx="1950133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anchor="ctr"/>
              <a:lstStyle/>
              <a:p>
                <a:pPr marL="0" lvl="0" indent="0">
                  <a:buNone/>
                  <a:defRPr/>
                </a:pPr>
                <a:r>
                  <a:rPr lang="en-US" altLang="ko-KR" sz="960" b="1">
                    <a:solidFill>
                      <a:srgbClr val="12183f"/>
                    </a:solidFill>
                    <a:latin typeface="맑은 고딕"/>
                    <a:ea typeface="맑은 고딕"/>
                    <a:cs typeface="맑은 고딕"/>
                  </a:rPr>
                  <a:t>2.</a:t>
                </a:r>
                <a:r>
                  <a:rPr lang="ko-KR" altLang="en-US" sz="960" b="1">
                    <a:solidFill>
                      <a:srgbClr val="12183f"/>
                    </a:solidFill>
                    <a:latin typeface="맑은 고딕"/>
                    <a:ea typeface="맑은 고딕"/>
                    <a:cs typeface="맑은 고딕"/>
                  </a:rPr>
                  <a:t> </a:t>
                </a:r>
                <a:r>
                  <a:rPr lang="en-US" sz="960" b="1">
                    <a:solidFill>
                      <a:srgbClr val="12183f"/>
                    </a:solidFill>
                    <a:latin typeface="맑은 고딕"/>
                    <a:ea typeface="맑은 고딕"/>
                    <a:cs typeface="맑은 고딕"/>
                  </a:rPr>
                  <a:t>제목에 꼭 들어갔으면 하는 단어</a:t>
                </a:r>
                <a:endParaRPr lang="en-US" sz="960" b="1">
                  <a:solidFill>
                    <a:srgbClr val="12183f"/>
                  </a:solidFill>
                  <a:latin typeface="맑은 고딕"/>
                  <a:ea typeface="맑은 고딕"/>
                  <a:cs typeface="맑은 고딕"/>
                </a:endParaRPr>
              </a:p>
            </p:txBody>
          </p:sp>
          <p:sp>
            <p:nvSpPr>
              <p:cNvPr id="22" name="Text 20"/>
              <p:cNvSpPr>
                <a:spLocks noSelect="1"/>
              </p:cNvSpPr>
              <p:nvPr/>
            </p:nvSpPr>
            <p:spPr>
              <a:xfrm>
                <a:off x="2757297" y="3211529"/>
                <a:ext cx="4352544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anchor="ctr"/>
              <a:lstStyle/>
              <a:p>
                <a:pPr marL="0" lvl="0" indent="0">
                  <a:buNone/>
                  <a:defRPr/>
                </a:pPr>
                <a:r>
                  <a:rPr lang="ko-KR" altLang="en-US" sz="930">
                    <a:solidFill>
                      <a:srgbClr val="bfbfbf"/>
                    </a:solidFill>
                    <a:latin typeface="맑은 고딕"/>
                    <a:ea typeface="맑은 고딕"/>
                    <a:cs typeface="맑은 고딕"/>
                  </a:rPr>
                  <a:t>예) 광명 영어학원</a:t>
                </a:r>
                <a:r>
                  <a:rPr lang="en-US" altLang="ko-KR" sz="930">
                    <a:solidFill>
                      <a:srgbClr val="bfbfbf"/>
                    </a:solidFill>
                    <a:latin typeface="맑은 고딕"/>
                    <a:ea typeface="맑은 고딕"/>
                    <a:cs typeface="맑은 고딕"/>
                  </a:rPr>
                  <a:t>,</a:t>
                </a:r>
                <a:r>
                  <a:rPr lang="ko-KR" altLang="en-US" sz="930">
                    <a:solidFill>
                      <a:srgbClr val="bfbfbf"/>
                    </a:solidFill>
                    <a:latin typeface="맑은 고딕"/>
                    <a:ea typeface="맑은 고딕"/>
                    <a:cs typeface="맑은 고딕"/>
                  </a:rPr>
                  <a:t> 중등 영어</a:t>
                </a:r>
                <a:r>
                  <a:rPr lang="en-US" altLang="ko-KR" sz="930">
                    <a:solidFill>
                      <a:srgbClr val="bfbfbf"/>
                    </a:solidFill>
                    <a:latin typeface="맑은 고딕"/>
                    <a:ea typeface="맑은 고딕"/>
                    <a:cs typeface="맑은 고딕"/>
                  </a:rPr>
                  <a:t>,</a:t>
                </a:r>
                <a:r>
                  <a:rPr lang="ko-KR" altLang="en-US" sz="930">
                    <a:solidFill>
                      <a:srgbClr val="bfbfbf"/>
                    </a:solidFill>
                    <a:latin typeface="맑은 고딕"/>
                    <a:ea typeface="맑은 고딕"/>
                    <a:cs typeface="맑은 고딕"/>
                  </a:rPr>
                  <a:t> 여름방학 특강</a:t>
                </a:r>
                <a:endParaRPr lang="ko-KR" altLang="en-US" sz="930">
                  <a:solidFill>
                    <a:srgbClr val="bfbfbf"/>
                  </a:solidFill>
                  <a:latin typeface="맑은 고딕"/>
                  <a:ea typeface="맑은 고딕"/>
                  <a:cs typeface="맑은 고딕"/>
                </a:endParaRPr>
              </a:p>
            </p:txBody>
          </p:sp>
        </p:grpSp>
        <p:sp>
          <p:nvSpPr>
            <p:cNvPr id="57" name="Text 23"/>
            <p:cNvSpPr/>
            <p:nvPr/>
          </p:nvSpPr>
          <p:spPr>
            <a:xfrm>
              <a:off x="750218" y="3667953"/>
              <a:ext cx="5952744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lvl="0" indent="0">
                <a:buNone/>
                <a:defRPr/>
              </a:pPr>
              <a:r>
                <a:rPr lang="en-US" sz="930">
                  <a:solidFill>
                    <a:srgbClr val="3a4058"/>
                  </a:solidFill>
                  <a:latin typeface="맑은 고딕"/>
                  <a:ea typeface="맑은 고딕"/>
                  <a:cs typeface="맑은 고딕"/>
                </a:rPr>
                <a:t>_____________________________________________________________________________________________________________________</a:t>
              </a:r>
              <a:endParaRPr lang="ko-KR" altLang="en-US" sz="930">
                <a:solidFill>
                  <a:srgbClr val="3a4058"/>
                </a:solidFill>
                <a:latin typeface="맑은 고딕"/>
                <a:ea typeface="맑은 고딕"/>
                <a:cs typeface="맑은 고딕"/>
              </a:endParaRPr>
            </a:p>
          </p:txBody>
        </p:sp>
      </p:grpSp>
      <p:sp>
        <p:nvSpPr>
          <p:cNvPr id="62" name="Shape 24"/>
          <p:cNvSpPr>
            <a:spLocks noSelect="1"/>
          </p:cNvSpPr>
          <p:nvPr/>
        </p:nvSpPr>
        <p:spPr>
          <a:xfrm>
            <a:off x="807368" y="4883904"/>
            <a:ext cx="5952744" cy="7315"/>
          </a:xfrm>
          <a:prstGeom prst="rect">
            <a:avLst/>
          </a:prstGeom>
          <a:solidFill>
            <a:srgbClr val="eef0f7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3" name="Shape 24"/>
          <p:cNvSpPr>
            <a:spLocks noSelect="1"/>
          </p:cNvSpPr>
          <p:nvPr/>
        </p:nvSpPr>
        <p:spPr>
          <a:xfrm>
            <a:off x="807368" y="5743974"/>
            <a:ext cx="5952744" cy="7315"/>
          </a:xfrm>
          <a:prstGeom prst="rect">
            <a:avLst/>
          </a:prstGeom>
          <a:solidFill>
            <a:srgbClr val="eef0f7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4" name="Text 0"/>
          <p:cNvSpPr/>
          <p:nvPr/>
        </p:nvSpPr>
        <p:spPr>
          <a:xfrm>
            <a:off x="842202" y="3600258"/>
            <a:ext cx="5897494" cy="26578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76200" rIns="76200" bIns="0" anchor="ctr"/>
          <a:lstStyle/>
          <a:p>
            <a:pPr marL="0" lvl="0" indent="0">
              <a:buNone/>
              <a:defRPr/>
            </a:pPr>
            <a:endParaRPr lang="ko-KR" altLang="en-US" sz="1100"/>
          </a:p>
        </p:txBody>
      </p:sp>
      <p:sp>
        <p:nvSpPr>
          <p:cNvPr id="65" name="Text 0"/>
          <p:cNvSpPr/>
          <p:nvPr/>
        </p:nvSpPr>
        <p:spPr>
          <a:xfrm>
            <a:off x="832677" y="5269327"/>
            <a:ext cx="5897494" cy="26578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76200" rIns="76200" bIns="0" anchor="ctr"/>
          <a:lstStyle/>
          <a:p>
            <a:pPr marL="0" lvl="0" indent="0">
              <a:buNone/>
              <a:defRPr/>
            </a:pPr>
            <a:endParaRPr lang="ko-KR" altLang="en-US" sz="1100"/>
          </a:p>
        </p:txBody>
      </p:sp>
      <p:sp>
        <p:nvSpPr>
          <p:cNvPr id="66" name="Text 0"/>
          <p:cNvSpPr/>
          <p:nvPr/>
        </p:nvSpPr>
        <p:spPr>
          <a:xfrm>
            <a:off x="1174626" y="6554335"/>
            <a:ext cx="2995563" cy="20455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76200" rIns="76200" bIns="0" anchor="ctr"/>
          <a:lstStyle/>
          <a:p>
            <a:pPr marL="0" lvl="0" indent="0">
              <a:buNone/>
              <a:defRPr/>
            </a:pPr>
            <a:endParaRPr lang="ko-KR" altLang="en-US" sz="1100"/>
          </a:p>
        </p:txBody>
      </p:sp>
      <p:sp>
        <p:nvSpPr>
          <p:cNvPr id="67" name="Text 0"/>
          <p:cNvSpPr/>
          <p:nvPr/>
        </p:nvSpPr>
        <p:spPr>
          <a:xfrm>
            <a:off x="807368" y="2825385"/>
            <a:ext cx="88744" cy="837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76200" rIns="76200" bIns="0" anchor="ctr"/>
          <a:lstStyle/>
          <a:p>
            <a:pPr marL="0" lvl="0" indent="0">
              <a:buNone/>
              <a:defRPr/>
            </a:pPr>
            <a:r>
              <a:rPr lang="ko-KR" altLang="en-US" sz="1100"/>
              <a:t>✔</a:t>
            </a:r>
            <a:endParaRPr lang="ko-KR" altLang="en-US" sz="1100"/>
          </a:p>
        </p:txBody>
      </p:sp>
      <p:sp>
        <p:nvSpPr>
          <p:cNvPr id="68" name="Text 0"/>
          <p:cNvSpPr/>
          <p:nvPr/>
        </p:nvSpPr>
        <p:spPr>
          <a:xfrm>
            <a:off x="1693690" y="2889130"/>
            <a:ext cx="88744" cy="837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76200" rIns="76200" bIns="0" anchor="ctr"/>
          <a:lstStyle/>
          <a:p>
            <a:pPr marL="0" lvl="0" indent="0">
              <a:buNone/>
              <a:defRPr/>
            </a:pPr>
            <a:endParaRPr lang="ko-KR" altLang="en-US" sz="1100"/>
          </a:p>
        </p:txBody>
      </p:sp>
      <p:sp>
        <p:nvSpPr>
          <p:cNvPr id="69" name="Text 0"/>
          <p:cNvSpPr/>
          <p:nvPr/>
        </p:nvSpPr>
        <p:spPr>
          <a:xfrm>
            <a:off x="2617615" y="2889130"/>
            <a:ext cx="88744" cy="837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76200" rIns="76200" bIns="0" anchor="ctr"/>
          <a:lstStyle/>
          <a:p>
            <a:pPr marL="0" lvl="0" indent="0">
              <a:buNone/>
              <a:defRPr/>
            </a:pPr>
            <a:endParaRPr lang="ko-KR" altLang="en-US" sz="1100"/>
          </a:p>
        </p:txBody>
      </p:sp>
      <p:sp>
        <p:nvSpPr>
          <p:cNvPr id="70" name="Text 0"/>
          <p:cNvSpPr/>
          <p:nvPr/>
        </p:nvSpPr>
        <p:spPr>
          <a:xfrm>
            <a:off x="3398665" y="2889130"/>
            <a:ext cx="88744" cy="837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76200" rIns="76200" bIns="0" anchor="ctr"/>
          <a:lstStyle/>
          <a:p>
            <a:pPr marL="0" lvl="0" indent="0">
              <a:buNone/>
              <a:defRPr/>
            </a:pPr>
            <a:endParaRPr lang="ko-KR" altLang="en-US" sz="1100"/>
          </a:p>
        </p:txBody>
      </p:sp>
      <p:sp>
        <p:nvSpPr>
          <p:cNvPr id="71" name="Text 0"/>
          <p:cNvSpPr/>
          <p:nvPr/>
        </p:nvSpPr>
        <p:spPr>
          <a:xfrm>
            <a:off x="4170190" y="2889130"/>
            <a:ext cx="88744" cy="837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76200" rIns="76200" bIns="0" anchor="ctr"/>
          <a:lstStyle/>
          <a:p>
            <a:pPr marL="0" lvl="0" indent="0">
              <a:buNone/>
              <a:defRPr/>
            </a:pPr>
            <a:endParaRPr lang="ko-KR" altLang="en-US" sz="1100"/>
          </a:p>
        </p:txBody>
      </p:sp>
      <p:sp>
        <p:nvSpPr>
          <p:cNvPr id="72" name="Text 0"/>
          <p:cNvSpPr/>
          <p:nvPr/>
        </p:nvSpPr>
        <p:spPr>
          <a:xfrm>
            <a:off x="4779790" y="2889130"/>
            <a:ext cx="88744" cy="837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76200" rIns="76200" bIns="0" anchor="ctr"/>
          <a:lstStyle/>
          <a:p>
            <a:pPr marL="0" lvl="0" indent="0">
              <a:buNone/>
              <a:defRPr/>
            </a:pPr>
            <a:endParaRPr lang="ko-KR" altLang="en-US" sz="1100"/>
          </a:p>
        </p:txBody>
      </p:sp>
      <p:sp>
        <p:nvSpPr>
          <p:cNvPr id="73" name="Text 0"/>
          <p:cNvSpPr/>
          <p:nvPr/>
        </p:nvSpPr>
        <p:spPr>
          <a:xfrm>
            <a:off x="5184237" y="2800346"/>
            <a:ext cx="814754" cy="18023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76200" rIns="76200" bIns="0" anchor="ctr"/>
          <a:lstStyle/>
          <a:p>
            <a:pPr marL="0" lvl="0" indent="0">
              <a:buNone/>
              <a:defRPr/>
            </a:pPr>
            <a:endParaRPr lang="ko-KR" altLang="en-US" sz="1100"/>
          </a:p>
        </p:txBody>
      </p:sp>
      <p:sp>
        <p:nvSpPr>
          <p:cNvPr id="74" name="Text 0"/>
          <p:cNvSpPr/>
          <p:nvPr/>
        </p:nvSpPr>
        <p:spPr>
          <a:xfrm>
            <a:off x="813627" y="4498815"/>
            <a:ext cx="88744" cy="837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76200" rIns="76200" bIns="0" anchor="ctr"/>
          <a:lstStyle/>
          <a:p>
            <a:pPr marL="0" lvl="0" indent="0">
              <a:buNone/>
              <a:defRPr/>
            </a:pPr>
            <a:r>
              <a:rPr lang="ko-KR" altLang="en-US" sz="1100"/>
              <a:t>✔</a:t>
            </a:r>
            <a:endParaRPr lang="ko-KR" altLang="en-US" sz="1100"/>
          </a:p>
        </p:txBody>
      </p:sp>
      <p:sp>
        <p:nvSpPr>
          <p:cNvPr id="75" name="Text 0"/>
          <p:cNvSpPr/>
          <p:nvPr/>
        </p:nvSpPr>
        <p:spPr>
          <a:xfrm>
            <a:off x="1537528" y="4565490"/>
            <a:ext cx="88744" cy="837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76200" rIns="76200" bIns="0" anchor="ctr"/>
          <a:lstStyle/>
          <a:p>
            <a:pPr marL="0" lvl="0" indent="0">
              <a:buNone/>
              <a:defRPr/>
            </a:pPr>
            <a:endParaRPr lang="ko-KR" altLang="en-US" sz="1100"/>
          </a:p>
        </p:txBody>
      </p:sp>
      <p:sp>
        <p:nvSpPr>
          <p:cNvPr id="76" name="Text 0"/>
          <p:cNvSpPr/>
          <p:nvPr/>
        </p:nvSpPr>
        <p:spPr>
          <a:xfrm>
            <a:off x="2261428" y="4565490"/>
            <a:ext cx="88744" cy="837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76200" rIns="76200" bIns="0" anchor="ctr"/>
          <a:lstStyle/>
          <a:p>
            <a:pPr marL="0" lvl="0" indent="0">
              <a:buNone/>
              <a:defRPr/>
            </a:pPr>
            <a:endParaRPr lang="ko-KR" altLang="en-US" sz="1100"/>
          </a:p>
        </p:txBody>
      </p:sp>
      <p:sp>
        <p:nvSpPr>
          <p:cNvPr id="77" name="Text 0"/>
          <p:cNvSpPr/>
          <p:nvPr/>
        </p:nvSpPr>
        <p:spPr>
          <a:xfrm>
            <a:off x="2642428" y="4565490"/>
            <a:ext cx="88744" cy="837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76200" rIns="76200" bIns="0" anchor="ctr"/>
          <a:lstStyle/>
          <a:p>
            <a:pPr marL="0" lvl="0" indent="0">
              <a:buNone/>
              <a:defRPr/>
            </a:pPr>
            <a:endParaRPr lang="ko-KR" altLang="en-US" sz="1100"/>
          </a:p>
        </p:txBody>
      </p:sp>
      <p:sp>
        <p:nvSpPr>
          <p:cNvPr id="78" name="Text 0"/>
          <p:cNvSpPr/>
          <p:nvPr/>
        </p:nvSpPr>
        <p:spPr>
          <a:xfrm>
            <a:off x="3023428" y="4565490"/>
            <a:ext cx="88744" cy="837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76200" rIns="76200" bIns="0" anchor="ctr"/>
          <a:lstStyle/>
          <a:p>
            <a:pPr marL="0" lvl="0" indent="0">
              <a:buNone/>
              <a:defRPr/>
            </a:pPr>
            <a:endParaRPr lang="ko-KR" altLang="en-US" sz="1100"/>
          </a:p>
        </p:txBody>
      </p:sp>
      <p:sp>
        <p:nvSpPr>
          <p:cNvPr id="79" name="Text 0"/>
          <p:cNvSpPr/>
          <p:nvPr/>
        </p:nvSpPr>
        <p:spPr>
          <a:xfrm>
            <a:off x="3404428" y="4565490"/>
            <a:ext cx="88744" cy="837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76200" rIns="76200" bIns="0" anchor="ctr"/>
          <a:lstStyle/>
          <a:p>
            <a:pPr marL="0" lvl="0" indent="0">
              <a:buNone/>
              <a:defRPr/>
            </a:pPr>
            <a:endParaRPr lang="ko-KR" altLang="en-US" sz="1100"/>
          </a:p>
        </p:txBody>
      </p:sp>
      <p:sp>
        <p:nvSpPr>
          <p:cNvPr id="81" name="Text 0"/>
          <p:cNvSpPr/>
          <p:nvPr/>
        </p:nvSpPr>
        <p:spPr>
          <a:xfrm>
            <a:off x="793844" y="6424190"/>
            <a:ext cx="88744" cy="837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76200" rIns="76200" bIns="0" anchor="ctr"/>
          <a:lstStyle/>
          <a:p>
            <a:pPr marL="0" lvl="0" indent="0">
              <a:buNone/>
              <a:defRPr/>
            </a:pPr>
            <a:endParaRPr lang="ko-KR" altLang="en-US" sz="1100"/>
          </a:p>
        </p:txBody>
      </p:sp>
      <p:sp>
        <p:nvSpPr>
          <p:cNvPr id="82" name="Text 0"/>
          <p:cNvSpPr/>
          <p:nvPr/>
        </p:nvSpPr>
        <p:spPr>
          <a:xfrm>
            <a:off x="803369" y="6652790"/>
            <a:ext cx="88744" cy="837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76200" rIns="76200" bIns="0" anchor="ctr"/>
          <a:lstStyle/>
          <a:p>
            <a:pPr marL="0" lvl="0" indent="0">
              <a:buNone/>
              <a:defRPr/>
            </a:pPr>
            <a:endParaRPr lang="ko-KR" altLang="en-US" sz="1100"/>
          </a:p>
        </p:txBody>
      </p:sp>
      <p:sp>
        <p:nvSpPr>
          <p:cNvPr id="83" name="Text 0"/>
          <p:cNvSpPr/>
          <p:nvPr/>
        </p:nvSpPr>
        <p:spPr>
          <a:xfrm>
            <a:off x="1412969" y="6424190"/>
            <a:ext cx="88744" cy="837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76200" rIns="76200" bIns="0" anchor="ctr"/>
          <a:lstStyle/>
          <a:p>
            <a:pPr marL="0" lvl="0" indent="0">
              <a:buNone/>
              <a:defRPr/>
            </a:pPr>
            <a:endParaRPr lang="ko-KR" altLang="en-US" sz="1100"/>
          </a:p>
        </p:txBody>
      </p:sp>
      <p:sp>
        <p:nvSpPr>
          <p:cNvPr id="84" name="Text 0"/>
          <p:cNvSpPr/>
          <p:nvPr/>
        </p:nvSpPr>
        <p:spPr>
          <a:xfrm>
            <a:off x="2032094" y="6433715"/>
            <a:ext cx="88744" cy="837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76200" rIns="76200" bIns="0" anchor="ctr"/>
          <a:lstStyle/>
          <a:p>
            <a:pPr marL="0" lvl="0" indent="0">
              <a:buNone/>
              <a:defRPr/>
            </a:pPr>
            <a:endParaRPr lang="ko-KR" altLang="en-US" sz="1100"/>
          </a:p>
        </p:txBody>
      </p:sp>
      <p:sp>
        <p:nvSpPr>
          <p:cNvPr id="85" name="Text 0"/>
          <p:cNvSpPr/>
          <p:nvPr/>
        </p:nvSpPr>
        <p:spPr>
          <a:xfrm>
            <a:off x="2755994" y="6424190"/>
            <a:ext cx="88744" cy="837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76200" rIns="76200" bIns="0" anchor="ctr"/>
          <a:lstStyle/>
          <a:p>
            <a:pPr marL="0" lvl="0" indent="0">
              <a:buNone/>
              <a:defRPr/>
            </a:pPr>
            <a:endParaRPr lang="ko-KR" altLang="en-US" sz="1100"/>
          </a:p>
        </p:txBody>
      </p:sp>
      <p:sp>
        <p:nvSpPr>
          <p:cNvPr id="86" name="Text 0"/>
          <p:cNvSpPr/>
          <p:nvPr/>
        </p:nvSpPr>
        <p:spPr>
          <a:xfrm>
            <a:off x="3136994" y="6424190"/>
            <a:ext cx="88744" cy="837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76200" rIns="76200" bIns="0" anchor="ctr"/>
          <a:lstStyle/>
          <a:p>
            <a:pPr marL="0" lvl="0" indent="0">
              <a:buNone/>
              <a:defRPr/>
            </a:pPr>
            <a:endParaRPr lang="ko-KR" altLang="en-US" sz="1100"/>
          </a:p>
        </p:txBody>
      </p:sp>
      <p:sp>
        <p:nvSpPr>
          <p:cNvPr id="87" name="Text 0"/>
          <p:cNvSpPr/>
          <p:nvPr/>
        </p:nvSpPr>
        <p:spPr>
          <a:xfrm>
            <a:off x="1813019" y="6205115"/>
            <a:ext cx="88744" cy="837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76200" rIns="76200" bIns="0" anchor="ctr"/>
          <a:lstStyle/>
          <a:p>
            <a:pPr marL="0" lvl="0" indent="0">
              <a:buNone/>
              <a:defRPr/>
            </a:pPr>
            <a:endParaRPr lang="ko-KR" altLang="en-US" sz="1100"/>
          </a:p>
        </p:txBody>
      </p:sp>
      <p:sp>
        <p:nvSpPr>
          <p:cNvPr id="88" name="Text 0"/>
          <p:cNvSpPr/>
          <p:nvPr/>
        </p:nvSpPr>
        <p:spPr>
          <a:xfrm>
            <a:off x="3413219" y="6205115"/>
            <a:ext cx="88744" cy="837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76200" rIns="76200" bIns="0" anchor="ctr"/>
          <a:lstStyle/>
          <a:p>
            <a:pPr marL="0" lvl="0" indent="0">
              <a:buNone/>
              <a:defRPr/>
            </a:pPr>
            <a:endParaRPr lang="ko-KR" altLang="en-US" sz="1100"/>
          </a:p>
        </p:txBody>
      </p:sp>
      <p:sp>
        <p:nvSpPr>
          <p:cNvPr id="89" name="Text 0"/>
          <p:cNvSpPr/>
          <p:nvPr/>
        </p:nvSpPr>
        <p:spPr>
          <a:xfrm>
            <a:off x="4499070" y="6205115"/>
            <a:ext cx="88744" cy="837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76200" rIns="76200" bIns="0" anchor="ctr"/>
          <a:lstStyle/>
          <a:p>
            <a:pPr marL="0" lvl="0" indent="0">
              <a:buNone/>
              <a:defRPr/>
            </a:pPr>
            <a:endParaRPr lang="ko-KR" altLang="en-US" sz="1100"/>
          </a:p>
        </p:txBody>
      </p:sp>
      <p:sp>
        <p:nvSpPr>
          <p:cNvPr id="93" name="Text 0"/>
          <p:cNvSpPr/>
          <p:nvPr/>
        </p:nvSpPr>
        <p:spPr>
          <a:xfrm>
            <a:off x="1004127" y="6118065"/>
            <a:ext cx="88744" cy="837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76200" rIns="76200" bIns="0" anchor="ctr"/>
          <a:lstStyle/>
          <a:p>
            <a:pPr marL="0" lvl="0" indent="0">
              <a:buNone/>
              <a:defRPr/>
            </a:pPr>
            <a:r>
              <a:rPr lang="ko-KR" altLang="en-US" sz="1100"/>
              <a:t>✔</a:t>
            </a:r>
            <a:endParaRPr lang="ko-KR" altLang="en-US" sz="1100"/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135</ep:Words>
  <ep:PresentationFormat>사용자 지정</ep:PresentationFormat>
  <ep:Paragraphs>40</ep:Paragraphs>
  <ep:Slides>1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ep:HeadingPairs>
  <ep:TitlesOfParts>
    <vt:vector size="2" baseType="lpstr">
      <vt:lpstr>Office Theme</vt:lpstr>
      <vt:lpstr>슬라이드 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2026-07-07T04:39:57.000</dcterms:created>
  <dc:creator>ALL 커니</dc:creator>
  <cp:lastModifiedBy>PC_1M</cp:lastModifiedBy>
  <dcterms:modified xsi:type="dcterms:W3CDTF">2026-07-15T02:49:54.211</dcterms:modified>
  <cp:revision>13</cp:revision>
  <dc:subject>PptxGenJS Presentation</dc:subject>
  <dc:title>학원 온라인 콘텐츠 브리프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